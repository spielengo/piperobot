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khar Zakharov" userId="be7eaea4e0bb379c" providerId="LiveId" clId="{7DBD6669-2A50-43ED-88E1-D5408D9CAC5D}"/>
    <pc:docChg chg="custSel addSld delSld modSld">
      <pc:chgData name="Zakhar Zakharov" userId="be7eaea4e0bb379c" providerId="LiveId" clId="{7DBD6669-2A50-43ED-88E1-D5408D9CAC5D}" dt="2024-03-06T12:27:19.066" v="46" actId="47"/>
      <pc:docMkLst>
        <pc:docMk/>
      </pc:docMkLst>
      <pc:sldChg chg="addSp modSp mod">
        <pc:chgData name="Zakhar Zakharov" userId="be7eaea4e0bb379c" providerId="LiveId" clId="{7DBD6669-2A50-43ED-88E1-D5408D9CAC5D}" dt="2024-03-06T12:26:27.643" v="44" actId="1076"/>
        <pc:sldMkLst>
          <pc:docMk/>
          <pc:sldMk cId="3123575920" sldId="260"/>
        </pc:sldMkLst>
        <pc:spChg chg="add mod">
          <ac:chgData name="Zakhar Zakharov" userId="be7eaea4e0bb379c" providerId="LiveId" clId="{7DBD6669-2A50-43ED-88E1-D5408D9CAC5D}" dt="2024-03-06T12:25:45.715" v="9" actId="20577"/>
          <ac:spMkLst>
            <pc:docMk/>
            <pc:sldMk cId="3123575920" sldId="260"/>
            <ac:spMk id="3" creationId="{A4EAC082-7996-4099-91FF-17B11BA24A54}"/>
          </ac:spMkLst>
        </pc:spChg>
        <pc:spChg chg="add mod">
          <ac:chgData name="Zakhar Zakharov" userId="be7eaea4e0bb379c" providerId="LiveId" clId="{7DBD6669-2A50-43ED-88E1-D5408D9CAC5D}" dt="2024-03-06T12:26:27.643" v="44" actId="1076"/>
          <ac:spMkLst>
            <pc:docMk/>
            <pc:sldMk cId="3123575920" sldId="260"/>
            <ac:spMk id="4" creationId="{F37091DA-12EE-43F2-83B5-8CFA5FEA02FD}"/>
          </ac:spMkLst>
        </pc:spChg>
      </pc:sldChg>
      <pc:sldChg chg="new del">
        <pc:chgData name="Zakhar Zakharov" userId="be7eaea4e0bb379c" providerId="LiveId" clId="{7DBD6669-2A50-43ED-88E1-D5408D9CAC5D}" dt="2024-03-06T12:27:19.066" v="46" actId="47"/>
        <pc:sldMkLst>
          <pc:docMk/>
          <pc:sldMk cId="2802776091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7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29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0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05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4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25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20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72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99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18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20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A763-77A3-4FE0-872E-CE1602883D27}" type="datetimeFigureOut">
              <a:rPr lang="ru-RU" smtClean="0"/>
              <a:t>06.03.2024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F8D0957-FB7E-4BA2-ACB1-65FAF2E6214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40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3C338-C1E4-4ACB-945F-32AE2BB5372D}"/>
              </a:ext>
            </a:extLst>
          </p:cNvPr>
          <p:cNvSpPr txBox="1"/>
          <p:nvPr/>
        </p:nvSpPr>
        <p:spPr>
          <a:xfrm>
            <a:off x="2333064" y="2420020"/>
            <a:ext cx="8827994" cy="2403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b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b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b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Ковалёв Эрик Андреевич, Захаров Иван Захарович</a:t>
            </a:r>
            <a:endParaRPr lang="ru-RU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450"/>
              </a:spcBef>
              <a:spcAft>
                <a:spcPts val="0"/>
              </a:spcAft>
            </a:pPr>
            <a:r>
              <a:rPr lang="ru-RU" sz="18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Президентский физико-математический лицей №239 </a:t>
            </a:r>
            <a:endParaRPr lang="ru-RU" b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ru-RU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29CD5-0869-47E7-B2FA-269E9FC8B15F}"/>
              </a:ext>
            </a:extLst>
          </p:cNvPr>
          <p:cNvSpPr txBox="1"/>
          <p:nvPr/>
        </p:nvSpPr>
        <p:spPr>
          <a:xfrm>
            <a:off x="2333064" y="1765239"/>
            <a:ext cx="88279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Проект</a:t>
            </a:r>
            <a:b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kern="1400" spc="-5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Робот для перемещения, обследования и визуализации поломок в трубе</a:t>
            </a:r>
          </a:p>
          <a:p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123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6B8AFB-EB76-4408-91D5-80F7659F2BC4}"/>
              </a:ext>
            </a:extLst>
          </p:cNvPr>
          <p:cNvSpPr txBox="1"/>
          <p:nvPr/>
        </p:nvSpPr>
        <p:spPr>
          <a:xfrm>
            <a:off x="363894" y="617395"/>
            <a:ext cx="6102220" cy="52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1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Прототип робота от «СПбГУ </a:t>
            </a:r>
            <a:r>
              <a:rPr lang="ru-RU" sz="1800" b="1" i="0" u="none" strike="noStrike" dirty="0" err="1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Дайнэмикс</a:t>
            </a:r>
            <a:r>
              <a:rPr lang="ru-RU" sz="1800" b="1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sz="1800" b="0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 </a:t>
            </a: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Робот способен преодолевать трубы диаметром от 60 см до 100 см.</a:t>
            </a:r>
            <a:endParaRPr lang="ru-RU" sz="1400" b="0" i="0" u="none" strike="noStrike" dirty="0">
              <a:solidFill>
                <a:srgbClr val="FFFFFF"/>
              </a:solidFill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На роботе установлена система стабилизации и датчики ультразвука.</a:t>
            </a:r>
            <a:endParaRPr lang="ru-RU" sz="1400" b="0" i="0" u="none" strike="noStrike" dirty="0">
              <a:solidFill>
                <a:srgbClr val="FFFFFF"/>
              </a:solidFill>
              <a:effectLst/>
              <a:latin typeface="Noto Sans Symbols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endParaRPr lang="ru-RU" sz="1800" b="1" i="0" u="none" strike="noStrike" dirty="0">
              <a:solidFill>
                <a:srgbClr val="0F486F"/>
              </a:solidFill>
              <a:effectLst/>
              <a:latin typeface="Century Gothic" panose="020B0502020202020204" pitchFamily="34" charset="0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ru-RU" sz="1800" b="1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Реальный робот от ООО ”Газпром Нефть”</a:t>
            </a:r>
            <a:endParaRPr lang="ru-RU" b="0" dirty="0">
              <a:effectLst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Передвигается по горизонтальным трубам </a:t>
            </a:r>
            <a:endParaRPr lang="ru-RU" sz="1400" b="0" i="0" u="none" strike="noStrike" dirty="0">
              <a:solidFill>
                <a:srgbClr val="FFFFFF"/>
              </a:solidFill>
              <a:effectLst/>
              <a:latin typeface="Noto Sans Symbols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endParaRPr lang="ru-RU" sz="1800" b="1" i="0" u="none" strike="noStrike" dirty="0">
              <a:solidFill>
                <a:srgbClr val="0F486F"/>
              </a:solidFill>
              <a:effectLst/>
              <a:latin typeface="Century Gothic" panose="020B0502020202020204" pitchFamily="34" charset="0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endParaRPr lang="ru-RU" b="1" dirty="0">
              <a:solidFill>
                <a:srgbClr val="0F486F"/>
              </a:solidFill>
              <a:latin typeface="Century Gothic" panose="020B0502020202020204" pitchFamily="34" charset="0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endParaRPr lang="ru-RU" sz="1800" b="1" i="0" u="none" strike="noStrike" dirty="0">
              <a:solidFill>
                <a:srgbClr val="0F486F"/>
              </a:solidFill>
              <a:effectLst/>
              <a:latin typeface="Century Gothic" panose="020B0502020202020204" pitchFamily="34" charset="0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ru-RU" sz="1800" b="1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Наш робот</a:t>
            </a:r>
            <a:endParaRPr lang="ru-RU" b="0" dirty="0">
              <a:effectLst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F486F"/>
                </a:solidFill>
                <a:effectLst/>
                <a:latin typeface="Century Gothic" panose="020B0502020202020204" pitchFamily="34" charset="0"/>
              </a:rPr>
              <a:t>Робот будет способен преодолевать меньшие трубы диаметром 25 – 30 см.</a:t>
            </a:r>
            <a:endParaRPr lang="ru-RU" sz="1400" b="0" i="0" u="none" strike="noStrike" dirty="0">
              <a:solidFill>
                <a:srgbClr val="FFFFFF"/>
              </a:solidFill>
              <a:effectLst/>
              <a:latin typeface="Noto Sans Symbol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20554E-B7E7-4760-80C6-894C99683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114" y="-29672"/>
            <a:ext cx="3834882" cy="258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BCBA95EE-EDE0-43A3-B40F-90312B266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51810" y="2425911"/>
            <a:ext cx="3648269" cy="244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F0C60E-ECB4-4B1B-BBD3-2BD9B9003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28" y="3072031"/>
            <a:ext cx="4446164" cy="344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8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889BF4-C7A4-46B5-B6F2-F02262FDEF85}"/>
              </a:ext>
            </a:extLst>
          </p:cNvPr>
          <p:cNvSpPr txBox="1"/>
          <p:nvPr/>
        </p:nvSpPr>
        <p:spPr>
          <a:xfrm>
            <a:off x="1651518" y="972330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i="0" u="none" strike="noStrike" dirty="0">
                <a:effectLst/>
                <a:latin typeface="Arial" panose="020B0604020202020204" pitchFamily="34" charset="0"/>
              </a:rPr>
              <a:t>Цель проекта</a:t>
            </a:r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48049-D221-45C6-A318-7B31ECB6573C}"/>
              </a:ext>
            </a:extLst>
          </p:cNvPr>
          <p:cNvSpPr txBox="1"/>
          <p:nvPr/>
        </p:nvSpPr>
        <p:spPr>
          <a:xfrm>
            <a:off x="1651518" y="1618661"/>
            <a:ext cx="610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ea typeface="Times New Roman" panose="02020603050405020304" pitchFamily="18" charset="0"/>
              </a:rPr>
              <a:t>Соорудить прототип </a:t>
            </a:r>
            <a:r>
              <a:rPr lang="ru-RU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робота для перемещения, обследования и визуализации поломок в трубе. </a:t>
            </a:r>
            <a:br>
              <a:rPr lang="ru-RU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ru-RU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Написать программу для движения, передачи данных с датчиков на компьютер и визуализации поломок в трубе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51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C31558-3094-4CE8-9FE9-1B74FF3987D0}"/>
              </a:ext>
            </a:extLst>
          </p:cNvPr>
          <p:cNvSpPr txBox="1"/>
          <p:nvPr/>
        </p:nvSpPr>
        <p:spPr>
          <a:xfrm>
            <a:off x="2015412" y="1009653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F0FAE-5AF0-4161-8984-91A8ED1D8AD0}"/>
              </a:ext>
            </a:extLst>
          </p:cNvPr>
          <p:cNvSpPr txBox="1"/>
          <p:nvPr/>
        </p:nvSpPr>
        <p:spPr>
          <a:xfrm>
            <a:off x="2248678" y="2080727"/>
            <a:ext cx="45999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Подготовить материалы и детали для сборки прототипа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Собрать прототип и проверить движения на обычной поверхности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Собрать трубу из ПЭТ-листов, упрочнить хомутами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Написать программу для движения и передачи данных на ПК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Синхронизировать движение робота и изображение на ПК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675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EAC082-7996-4099-91FF-17B11BA24A54}"/>
              </a:ext>
            </a:extLst>
          </p:cNvPr>
          <p:cNvSpPr txBox="1"/>
          <p:nvPr/>
        </p:nvSpPr>
        <p:spPr>
          <a:xfrm>
            <a:off x="755779" y="1839111"/>
            <a:ext cx="610222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Создание корпуса робота.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Создание комплекса гусениц с распирающим механизмом.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Создание модуля с датчиками.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Соединение всех частей робота воедино.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Программирование алгоритма робота.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Программирование подпрограмм робота.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Соединение всех частей программы воедино.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Отладка робота.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75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rgbClr val="0F486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Представление робота на конкурс.</a:t>
            </a:r>
            <a:endParaRPr lang="ru-RU" sz="20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091DA-12EE-43F2-83B5-8CFA5FEA02FD}"/>
              </a:ext>
            </a:extLst>
          </p:cNvPr>
          <p:cNvSpPr txBox="1"/>
          <p:nvPr/>
        </p:nvSpPr>
        <p:spPr>
          <a:xfrm>
            <a:off x="755779" y="398437"/>
            <a:ext cx="4464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Алгоритм работы над проектом:</a:t>
            </a:r>
          </a:p>
        </p:txBody>
      </p:sp>
    </p:spTree>
    <p:extLst>
      <p:ext uri="{BB962C8B-B14F-4D97-AF65-F5344CB8AC3E}">
        <p14:creationId xmlns:p14="http://schemas.microsoft.com/office/powerpoint/2010/main" val="3123575920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Галерея</Template>
  <TotalTime>32</TotalTime>
  <Words>204</Words>
  <Application>Microsoft Office PowerPoint</Application>
  <PresentationFormat>Широкоэкранный</PresentationFormat>
  <Paragraphs>33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Gill Sans MT</vt:lpstr>
      <vt:lpstr>Noto Sans Symbols</vt:lpstr>
      <vt:lpstr>Галерея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Zakhar Zakharov</dc:creator>
  <cp:lastModifiedBy>Zakhar Zakharov</cp:lastModifiedBy>
  <cp:revision>3</cp:revision>
  <dcterms:created xsi:type="dcterms:W3CDTF">2024-03-06T11:55:04Z</dcterms:created>
  <dcterms:modified xsi:type="dcterms:W3CDTF">2024-03-06T12:27:19Z</dcterms:modified>
</cp:coreProperties>
</file>